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SILIGURI GOVERNMENT POLYTECHNIC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West Bengal  •  TechVista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20640" cy="320040"/>
          </a:xfrm>
          <a:prstGeom prst="roundRect">
            <a:avLst>
              <a:gd name="adj" fmla="val 28571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INTER-DEPARTMENT TECHNICAL MODEL COMPETITION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Smart Waste Sorting &amp; Recycling Assistant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"From Ideas to Impact: Building a Sustainable Future"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Green • Build Better • For a Sustainable Tomorrow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0435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30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TEAM (Dept. of Computer Science &amp; Technology):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Dhruba Bachhar    2. Nabojeet Biswas    3. Subrata Roy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Faculty Advisor, Department of CST   |   Date: 9th October 2026</a:t>
            </a:r>
            <a:endParaRPr lang="en-US" sz="950" dirty="0"/>
          </a:p>
        </p:txBody>
      </p:sp>
      <p:pic>
        <p:nvPicPr>
          <p:cNvPr id="12" name="Image 0" descr="C:\Users\Subrata\Desktop\temp\react_rtk\rtk_query\screenshots\techvista_po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640080"/>
            <a:ext cx="228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EcoScan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AI-Assisted Waste Identification: Users snap a photo or upload an image to identify materials instantly.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4-Bin Municipal Standard: Recommends precise municipal disposal bins (Recyclable, Organic, Hazardous, General).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Preparation: Delivers simple disposal advice like rinsing containers, detaching caps, and toxic alerts.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Civic Learning: Tap-to-sort challenge reinforces memory with real-time score points and daily streaks.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Exhibition-Proof Demo Mode: 9 pre-analyzed demo items guarantee 100% booth uptime even without Wi-Fi.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&amp; TechVista Alignment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Engineering Domain: Environmental Informatics, Multimodal Computer Vision, and Modern Full-Stack Web.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Addressing Landfill Overflow: Over 60% of recyclable plastic ends up in landfills due to incorrect consumer sorting.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Bridging the Awareness Gap: Most citizens find municipal color coding confusing; EcoScan answers 'Which bin?' in seconds.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Competition Theme: Directly answers TechVista 2026: 'From Ideas to Impact: Building a Sustainable Future'.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The Municipal Waste Crisis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Manual Issues &amp; Bottlenecks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291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Contamination Rates: Recyclable dry paper &amp; plastic get contaminated by wet organic kitchen waste.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Ambiguous Visual Clues: Multi-layer packaging (chips packets, coffee cups) look recyclable but are composite landfill trash.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Toxic Household Hazards: Batteries, aerosol cans, and e-waste improperly discarded into municipal bins leach toxic lead.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Real-Time Feedback: Citizens have no feedback or guidance at the exact second they discard an item.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AI-Powered Software Solution?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2918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Vision AI Inference: Multimodal Gemini Vision classifies polymers and items from a single image.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Hardware Expense: Works on any existing smartphone, tablet, or laptop browser without buying expensive sensors.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Plain-Language Guidance: Translates complex waste disposal manuals into 3 clean, step-by-step instructions.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Habit Formation: Points, streaks, and sorting mini-games convert passive citizens into proactive eco-champions.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Camera &amp; Upload scanning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Multimodal AI item detection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4-Bin municipal allocation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Multi-waste batch detection (detects 3 items in 1 photo)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Gamified tap-to-sort challenge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Persistent browser Eco Points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Zero-Wi-Fi Demo Mode catalog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Speed: Sub-2 second scan responses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Security: Google API key safely stored on Spring Boot backend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Responsive: Flawless layout on mobile, tablet, and PC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Resilience: Seamless fallback to demo catalog if AI limits exceed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Clean Code: Modular Redux slices and Spring services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508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for 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87452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User accounts &amp; cloud DB sync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Smart-bin robotic servo lids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Ultrasonic fill-level hardware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Bengali &amp; Hindi audio guidance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Municipal GIS pickup heatmap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Offline on-device TensorFlow Lite model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Architecture: Client-Server-AI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(React 19 + RTK Query)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/ File Upload UI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Redux Toolkit State Engine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(Eco Points)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 Responsive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4-Bin Sort Game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71800" y="20116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 /api/scan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FormData (Image)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──────►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◄──────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WasteResult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228600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00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API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(Spring Boot 3.4 on :8080)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ImageValidator (Type &amp; 5MB)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GeminiService (Prompt Builder)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DemoService (Offline Catalog)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Exception Handler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API Key Storage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1051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WebClient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Base64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──────►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◄──────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JSON Schema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0" y="1463040"/>
            <a:ext cx="1463040" cy="219456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Vision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(Google Gemini)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18120" y="20574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Vision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Client 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4-Bin Matching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RESILIENCE &amp; SECURITY GUARANTEE: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Gemini credentials stay isolated on Spring Boot — zero API key leakage in browser dev tools.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Exhibition Mode: If Internet/API limits fail during TechVista presentation, EcoScan gracefully routes requests to /api/demo.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Development Tools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(Hooks)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Redux Toolkit (RTK)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RTK Query (caching)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Redux Persist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8 Build Tool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87452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 21 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Boot 3.4.3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WebClient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Jackson JSON Parser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Multipart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Maven Build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Configuration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Cloud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Vision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Engineering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4-Bin Waste Schema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Low-latency inference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Multi-item detection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 catalog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371600"/>
            <a:ext cx="1828800" cy="3200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QA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87452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&amp; GitHub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 Code / IntelliJ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pnpm Package Mgr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Chrome DevTools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Headless CLI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JUnit 5 / Maven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Client (.http)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Data Models &amp; REST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Models (POJO &amp; JSON)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WasteResult (Single Item Contract):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itemName: String (e.g. 'Plastic Water Bottle')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category: String (e.g. 'Plastic', 'Organic', 'E-Waste')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bin: String ('recyclable' | 'organic' | 'hazardous' | 'general')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tip: String (disposal advice and rinsing guide)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warning: String (toxic hazard instructions)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recyclable: boolean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MultiWasteResult (Batch Envelope):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totalDetected: int (e.g.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items: List&lt;WasteResult&gt;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primaryItem: WasteResult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Endpoints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server status &amp; Gemini AI availability boolean.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/api/scan  [Multipart/form-data]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'image' (JPEG/PNG/WebP, max 5MB)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Returns: Structured WasteResult or MultiWasteResult JSON.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/api/demo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catalog of 9 pre-analyzed demo waste items.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/api/demo/{id}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detailed single demo item classification.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/api/demo/multi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3-item multi-waste picnic combo.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Workflow: Capture to Eco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snaps camera photo or uploads JPEG/PNG/WebP (&lt;5MB).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95728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Validate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46888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checks file size, format headers &amp; MIME type.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77056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68496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68496" y="246888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detects item, polymer, bin &amp; prep instructions.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9824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41264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Result Card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1264" y="246888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UI shows bin color, degradation years &amp; disposal tips.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22592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600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14032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Tap-to-Sort Game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14032" y="246888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tests memory: taps 1 of 4 bins to earn +10 Eco Points.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526280"/>
            <a:ext cx="7680960" cy="320040"/>
          </a:xfrm>
          <a:prstGeom prst="roundRect">
            <a:avLst>
              <a:gd name="adj" fmla="val 22857"/>
            </a:avLst>
          </a:prstGeom>
          <a:solidFill>
            <a:srgbClr val="064E3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Snap  ➔  ImageValidator  ➔  Gemini Vision  ➔  3-Layer Visual Card  ➔  4-Bin Game  ➔  LocalStorage Points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Application Modules &amp; Engineering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Waste Scanner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webcam viewfinder, camera switching, drag-and-drop file upload with animated multi-step analysis indicators.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3-Layer Result Visualizer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visual architecture: Layer 1 (Bin recommendation), Layer 2 (Fast facts &amp; degradation time), Layer 3 (Disposal prep instructions).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Multi-Waste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874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multiple items simultaneously from complex scenes (e.g., plastic bottle + soda can + banana peel) with an interactive batch selector.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72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Gamified 4-Bin Sort Game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tap-to-sort challenge awarding +10 Eco Points per correct answer with persistent browser streaks and feedback audio.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30632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172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Municipal Bin Knowledge Hub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4747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guide for municipal color standards (Green, Blue, Brown, Purple) with accepted materials and forbidden contaminants.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0" y="306324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172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Resilient Exhibition Demo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4747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 pre-analyzed demo catalog guaranteeing zero downtime during technical exhibitions, even if internet connection drops.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UI Walkthrough: Landing Page &amp; AI Scanner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pic>
        <p:nvPicPr>
          <p:cNvPr id="6" name="Image 0" descr="C:\Users\Subrata\Desktop\temp\react_rtk\rtk_query\screenshots\screenshot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74904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&amp; Mission Portal (/) : Modern nature-inspired hero, live civic statistics badge, quick 3-step explainer card, and instant scan CTA.</a:t>
            </a:r>
            <a:endParaRPr lang="en-US" sz="850" dirty="0"/>
          </a:p>
        </p:txBody>
      </p:sp>
      <p:pic>
        <p:nvPicPr>
          <p:cNvPr id="9" name="Image 1" descr="C:\Users\Subrata\Desktop\temp\react_rtk\rtk_query\screenshots\screenshot_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374904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Waste Scanner (/scan) : Drag-and-drop zone, camera snapshot support, authentic preset sample images (bottle, can, peel, battery), and auto demo fallback.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UI Walkthrough: 3-Layer Result &amp; Multi-Waste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pic>
        <p:nvPicPr>
          <p:cNvPr id="6" name="Image 0" descr="C:\Users\Subrata\Desktop\temp\react_rtk\rtk_query\screenshots\screenshot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74904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Result Visualizer (/demo/plastic-bottle) : Clean layer 1 (Green Bin classification), layer 2 (PET facts &amp; 450-yr degradation), layer 3 (cap separation guide).</a:t>
            </a:r>
            <a:endParaRPr lang="en-US" sz="850" dirty="0"/>
          </a:p>
        </p:txBody>
      </p:sp>
      <p:pic>
        <p:nvPicPr>
          <p:cNvPr id="9" name="Image 1" descr="C:\Users\Subrata\Desktop\temp\react_rtk\rtk_query\screenshots\screenshot_mult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374904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Multi-Waste Detection (/demo/multi) : Detects 3 separate items in a single photo (Plastic Bottle, Soda Can, Banana Peel) with interactive batch selector and sorting queue.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UI Walkthrough: Gamified Sorting &amp; Bin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pic>
        <p:nvPicPr>
          <p:cNvPr id="6" name="Image 0" descr="C:\Users\Subrata\Desktop\temp\react_rtk\rtk_query\screenshots\screenshot_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74904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Sorting Game (/game) : 4 color-coded municipal bins, real-time score tracker, dynamic streak counters, and instant feedback audio + animations.</a:t>
            </a:r>
            <a:endParaRPr lang="en-US" sz="850" dirty="0"/>
          </a:p>
        </p:txBody>
      </p:sp>
      <p:pic>
        <p:nvPicPr>
          <p:cNvPr id="9" name="Image 1" descr="C:\Users\Subrata\Desktop\temp\react_rtk\rtk_query\screenshots\screenshot_b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3749040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37490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3794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Bins Guide (/bins) : Comprehensive guide for 4 bins: Green (Dry Recyclables), Blue (Landfill), Brown (Organic Compost), and Purple (Hazardous/E-Waste).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Development Approach: Agile Sprints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Requirement engineering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UI/UX wireframes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Municipal bin research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planning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50008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28600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app setup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 styling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Webcam &amp; file upload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Redux Toolkit store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77056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22776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68496" y="228600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Vision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 optimization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JSON parsing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scoring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49824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95544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Bridge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1264" y="228600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Spring Boot 3 setup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API gateway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&amp; multipart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 catalog service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22592" y="146304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68312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Exhibition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14032" y="2286000"/>
            <a:ext cx="1280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37 Maven unit tests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Multi-waste feature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tuning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TechVista readiness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4526280"/>
            <a:ext cx="768096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Principles: Continuous Integration, Weekly Demo Testing, and Zero-API-Key Exposure on Frontend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Verification &amp; Quality Assurance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Dimension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 Tested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 &amp; Tools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 &amp; 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Unit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ImageValidator, GeminiResultParser, DemoService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JUnit 5, Mockito, Maven Test Runner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37 / 37 Tests Passing (100% Pass)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Validation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files, text notes, &gt;5MB images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400 Bad Request error assertions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Secure rejection of invalid MIME formats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RTK Query ➔ Spring Boot ➔ Gemini 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multipart payload upload &amp; JSON check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End-to-end classification in &lt; 2.0s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Resilience Testing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catalog fallback mechanism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network disconnect &amp; 502 mock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Zero downtime: Seamless switch to demo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&amp; Cross-Device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Webcam viewfinder, sorting cards, touch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 DevTools, Edge, Mobile viewports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Mobile &amp; Desktop compatible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Challenges &amp; Implemented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1: API Key Exposure in Browser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SOLUTION: Calling Gemini directly from React would expose the API key in client network logs. Solution: Migrated all AI logic into a Spring Boot gateway where credentials remain strictly server-side.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6771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2: Exhibition Connectivity &amp; Rate Limits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48716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SOLUTION: College exhibitions have unpredictable Wi-Fi. Solution: Built an offline Demo Catalog (`/api/demo`) with 9 pre-analyzed items and a multi-waste picnic combo for 100% reliable live demonstrations.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9067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3: Spring 7 Colon URI Template Encoding Bug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SOLUTION: Google's endpoint uses `:generateContent`. Spring's WebClient encoded the colon into `%3A`, causing HTTP 404 errors. Solution: Re-engineered with `URI.create()` to preserve exact RFC compliance.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1363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4: Multi-Item Garbage Discards in Single Photo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413308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SOLUTION: Real-world waste photos frequently contain multiple items (e.g., bottle + can). Solution: Built `MultiWasteResult` schema with dynamic AI array parsing and interactive item-by-item sorting.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Sustainability: Link to TechVista Theme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21031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Cities &amp; Communities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Cleaner urban &amp; campus spaces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open dumping and street littering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Encourages local civic segregation habits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Enhances municipal collection efficiency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2103120" cy="411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Consumption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Diverts clean recyclables from landfills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recycling stream contamination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Promotes circular economy reuse practices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Educates on single-use plastic reduction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54480"/>
            <a:ext cx="21031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25146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methane gas emissions in landfills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hazardous battery chemical leaching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Saves energy required to produce virgin plastic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national Swachh Bharat mission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064E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TechVista Motto: "From Ideas to Impact: Building a Sustainable Future" — Small Steps, Big Change!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• TECHVISTA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Roadmap: IoT Smart-Bin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AI  |  TechVista 2026  |  Siliguri Government Polytechnic (CST Dept.)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(Accomplished)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&amp; Vision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multimodal Gemini AI Vision scanner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Spring Boot 3 secure gateway proxy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React 19 responsive UI with gamification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Multi-waste detection &amp; offline exhibition mode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(Next 6 Months)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Hardware Smart Bin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Physical bin prototype with Raspberry Pi / ESP32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Servo-actuated motorized lids opening automatically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Ultrasonic fill-level sensors reporting bin capacity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On-device TensorFlow Lite model for zero-latency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137160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(Long-Term Vision)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&amp; Municipal Deployment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Regional voice guidance in Bengali and Hindi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Municipal Corporation ward analytics dashboard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GPS geotagging for smart collection route optimization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Reward integration with municipal eco-coupons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Steps, Big Change  •  Be a Sustainable Innovator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6400800" cy="1645920"/>
          </a:xfrm>
          <a:prstGeom prst="roundRect">
            <a:avLst>
              <a:gd name="adj" fmla="val 8333"/>
            </a:avLst>
          </a:prstGeom>
          <a:solidFill>
            <a:srgbClr val="0435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24231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IMPACT: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26974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EcoScan demonstrates how modern web engineering (React 19 + Spring Boot 3) coupled with Google Gemini Vision AI can eliminate waste segregation confusion, promote lifelong civic recycling habits through gamification, and build a sustainable green future for Siliguri Government Polytechnic and our broader community.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54480" y="3520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invite the respected Judges &amp; Faculty to test our Live Camera Scanner at our project stall!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Dhruba Bachhar  •  Nabojeet Biswas  •  Subrata Roy  |  Department of Computer Science &amp; Technology  |  TechVista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Siliguri Government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EcoScan AI - TechVista 2026 Presentation</dc:title>
  <dc:subject>PptxGenJS Presentation</dc:subject>
  <dc:creator>Dhruba Bachhar, Nabojeet Biswas, Subrata Roy</dc:creator>
  <cp:lastModifiedBy>Dhruba Bachhar, Nabojeet Biswas, Subrata Roy</cp:lastModifiedBy>
  <cp:revision>1</cp:revision>
  <dcterms:created xsi:type="dcterms:W3CDTF">2026-10-08T19:14:31Z</dcterms:created>
  <dcterms:modified xsi:type="dcterms:W3CDTF">2026-10-08T19:14:31Z</dcterms:modified>
</cp:coreProperties>
</file>